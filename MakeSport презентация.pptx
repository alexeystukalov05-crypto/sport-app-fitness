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33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7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6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05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6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4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7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2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62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7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2053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12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2894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69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3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07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2441" y="-95249"/>
            <a:ext cx="6600451" cy="2262781"/>
          </a:xfrm>
        </p:spPr>
        <p:txBody>
          <a:bodyPr/>
          <a:lstStyle/>
          <a:p>
            <a:r>
              <a:rPr lang="en-US" dirty="0" err="1"/>
              <a:t>MakeSports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42441" y="2586630"/>
            <a:ext cx="6600451" cy="1126283"/>
          </a:xfrm>
        </p:spPr>
        <p:txBody>
          <a:bodyPr>
            <a:normAutofit lnSpcReduction="10000"/>
          </a:bodyPr>
          <a:lstStyle/>
          <a:p>
            <a:r>
              <a:rPr dirty="0" err="1"/>
              <a:t>Мобильное</a:t>
            </a:r>
            <a:r>
              <a:rPr dirty="0"/>
              <a:t> </a:t>
            </a:r>
            <a:r>
              <a:rPr dirty="0" err="1"/>
              <a:t>фитнес‑приложение</a:t>
            </a:r>
            <a:r>
              <a:rPr dirty="0"/>
              <a:t> с </a:t>
            </a:r>
            <a:r>
              <a:rPr dirty="0" err="1"/>
              <a:t>геймификацией</a:t>
            </a:r>
            <a:endParaRPr lang="ru-RU" dirty="0"/>
          </a:p>
          <a:p>
            <a:r>
              <a:rPr lang="ru-RU" dirty="0"/>
              <a:t>Подготовил студент</a:t>
            </a:r>
            <a:r>
              <a:rPr lang="en-US" dirty="0"/>
              <a:t>: </a:t>
            </a:r>
            <a:r>
              <a:rPr lang="ru-RU" dirty="0"/>
              <a:t>Стукалов Алексей</a:t>
            </a:r>
          </a:p>
          <a:p>
            <a:r>
              <a:rPr lang="ru-RU" dirty="0"/>
              <a:t>Группа</a:t>
            </a:r>
            <a:r>
              <a:rPr lang="en-US" dirty="0"/>
              <a:t>: 405</a:t>
            </a:r>
            <a:r>
              <a:rPr lang="ru-RU" dirty="0"/>
              <a:t>ИС-22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и мотивация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Людям сложно поддерживать регулярные тренировки и видеть прогресс.</a:t>
            </a:r>
          </a:p>
          <a:p>
            <a:r>
              <a:t>Классические трекеры сухие: только цифры, без эмоций и визуальной мотивации.</a:t>
            </a:r>
          </a:p>
          <a:p>
            <a:r>
              <a:t>Нужен простой и приятный инструмент, который поощряет активность.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Идея и ценность продукта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Приложение для логирования тренировок с эмоциями и календарём активности.</a:t>
            </a:r>
          </a:p>
          <a:p>
            <a:r>
              <a:t>За каждую тренировку пользователь получает монеты и кастомизацию интерфейса.</a:t>
            </a:r>
          </a:p>
          <a:p>
            <a:r>
              <a:t>Целевая аудитория: любители спорта, которым важны мотивация и наглядный прогресс.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Основной функционал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Регистрация</a:t>
            </a:r>
            <a:r>
              <a:rPr dirty="0"/>
              <a:t> и 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Firebase Authentication (</a:t>
            </a:r>
            <a:r>
              <a:rPr lang="ru-RU" dirty="0"/>
              <a:t>логин</a:t>
            </a:r>
            <a:r>
              <a:rPr dirty="0"/>
              <a:t> / </a:t>
            </a:r>
            <a:r>
              <a:rPr dirty="0" err="1"/>
              <a:t>пароль</a:t>
            </a:r>
            <a:r>
              <a:rPr dirty="0"/>
              <a:t>).</a:t>
            </a:r>
          </a:p>
          <a:p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тренировки</a:t>
            </a:r>
            <a:r>
              <a:rPr dirty="0"/>
              <a:t>: </a:t>
            </a:r>
            <a:r>
              <a:rPr dirty="0" err="1"/>
              <a:t>вид</a:t>
            </a:r>
            <a:r>
              <a:rPr dirty="0"/>
              <a:t> </a:t>
            </a:r>
            <a:r>
              <a:rPr dirty="0" err="1"/>
              <a:t>спорта</a:t>
            </a:r>
            <a:r>
              <a:rPr dirty="0"/>
              <a:t>, </a:t>
            </a:r>
            <a:r>
              <a:rPr dirty="0" err="1"/>
              <a:t>длительность</a:t>
            </a:r>
            <a:r>
              <a:rPr dirty="0"/>
              <a:t>, </a:t>
            </a:r>
            <a:r>
              <a:rPr dirty="0" err="1"/>
              <a:t>заметки</a:t>
            </a:r>
            <a:r>
              <a:rPr dirty="0"/>
              <a:t>,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эмоции</a:t>
            </a:r>
            <a:r>
              <a:rPr dirty="0"/>
              <a:t>.</a:t>
            </a:r>
          </a:p>
          <a:p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тренировок</a:t>
            </a:r>
            <a:r>
              <a:rPr dirty="0"/>
              <a:t> и </a:t>
            </a:r>
            <a:r>
              <a:rPr dirty="0" err="1"/>
              <a:t>подробный</a:t>
            </a:r>
            <a:r>
              <a:rPr dirty="0"/>
              <a:t> </a:t>
            </a:r>
            <a:r>
              <a:rPr dirty="0" err="1"/>
              <a:t>просмотр</a:t>
            </a:r>
            <a:r>
              <a:rPr dirty="0"/>
              <a:t> </a:t>
            </a:r>
            <a:r>
              <a:rPr dirty="0" err="1"/>
              <a:t>каждой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.</a:t>
            </a:r>
          </a:p>
          <a:p>
            <a:r>
              <a:rPr dirty="0" err="1"/>
              <a:t>Календарь</a:t>
            </a:r>
            <a:r>
              <a:rPr dirty="0"/>
              <a:t> с </a:t>
            </a:r>
            <a:r>
              <a:rPr dirty="0" err="1"/>
              <a:t>подсветкой</a:t>
            </a:r>
            <a:r>
              <a:rPr dirty="0"/>
              <a:t> </a:t>
            </a:r>
            <a:r>
              <a:rPr dirty="0" err="1"/>
              <a:t>дней</a:t>
            </a:r>
            <a:r>
              <a:rPr dirty="0"/>
              <a:t> с </a:t>
            </a:r>
            <a:r>
              <a:rPr dirty="0" err="1"/>
              <a:t>тренировками</a:t>
            </a:r>
            <a:r>
              <a:rPr dirty="0"/>
              <a:t>.</a:t>
            </a:r>
          </a:p>
          <a:p>
            <a:r>
              <a:rPr dirty="0" err="1"/>
              <a:t>Статистика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месяцам</a:t>
            </a:r>
            <a:r>
              <a:rPr dirty="0"/>
              <a:t>: </a:t>
            </a: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тренировок</a:t>
            </a:r>
            <a:r>
              <a:rPr dirty="0"/>
              <a:t>, </a:t>
            </a:r>
            <a:r>
              <a:rPr dirty="0" err="1"/>
              <a:t>время</a:t>
            </a:r>
            <a:r>
              <a:rPr dirty="0"/>
              <a:t>, </a:t>
            </a:r>
            <a:r>
              <a:rPr dirty="0" err="1"/>
              <a:t>эмоции</a:t>
            </a:r>
            <a:r>
              <a:rPr dirty="0"/>
              <a:t>, streak.</a:t>
            </a:r>
          </a:p>
          <a:p>
            <a:r>
              <a:rPr dirty="0" err="1"/>
              <a:t>Геймификация</a:t>
            </a:r>
            <a:r>
              <a:rPr dirty="0"/>
              <a:t>: </a:t>
            </a:r>
            <a:r>
              <a:rPr dirty="0" err="1"/>
              <a:t>монеты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тренировки</a:t>
            </a:r>
            <a:r>
              <a:rPr dirty="0"/>
              <a:t> и </a:t>
            </a:r>
            <a:r>
              <a:rPr dirty="0" err="1"/>
              <a:t>магазин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 / </a:t>
            </a:r>
            <a:r>
              <a:rPr dirty="0" err="1"/>
              <a:t>эмодзи</a:t>
            </a:r>
            <a:r>
              <a:rPr dirty="0"/>
              <a:t> / </a:t>
            </a:r>
            <a:r>
              <a:rPr dirty="0" err="1"/>
              <a:t>бейджей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Нативное Android‑приложение на Kotlin (Activities + XML‑разметки).</a:t>
            </a:r>
          </a:p>
          <a:p>
            <a:r>
              <a:t>Бэкенд: Firebase Authentication + Cloud Firestore (NoSQL).</a:t>
            </a:r>
          </a:p>
          <a:p>
            <a:r>
              <a:t>Навигация между экранами через Intents.</a:t>
            </a:r>
          </a:p>
          <a:p>
            <a:r>
              <a:t>Тренировки и пользовательские данные хранятся в Firestore, привязка к Firebase UID.</a:t>
            </a:r>
          </a:p>
          <a:p>
            <a:r>
              <a:t>Монеты, покупки и темы — в SharedPreferences на устройстве.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Технологический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Язык: Kotlin, платформа: Android SDK (minSdk 24, targetSdk 34).</a:t>
            </a:r>
          </a:p>
          <a:p>
            <a:r>
              <a:t>UI: Android Views, Material Components, ConstraintLayout.</a:t>
            </a:r>
          </a:p>
          <a:p>
            <a:r>
              <a:t>Firebase Authentication и Firestore для хранения и авторизации.</a:t>
            </a:r>
          </a:p>
          <a:p>
            <a:r>
              <a:t>Gson для JSON‑сериализации, Gradle (Kotlin DSL) для сборки.</a:t>
            </a:r>
          </a:p>
          <a:p>
            <a:r>
              <a:t>Room подключён, но основное хранилище тренировок — Firestore.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Интересные технические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Геймификация</a:t>
            </a:r>
            <a:r>
              <a:rPr dirty="0"/>
              <a:t>: +5 </a:t>
            </a:r>
            <a:r>
              <a:rPr dirty="0" err="1"/>
              <a:t>монет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тренировку</a:t>
            </a:r>
            <a:r>
              <a:rPr dirty="0"/>
              <a:t>, </a:t>
            </a:r>
            <a:r>
              <a:rPr dirty="0" err="1"/>
              <a:t>магазин</a:t>
            </a:r>
            <a:r>
              <a:rPr dirty="0"/>
              <a:t> с </a:t>
            </a:r>
            <a:r>
              <a:rPr dirty="0" err="1"/>
              <a:t>темами</a:t>
            </a:r>
            <a:r>
              <a:rPr dirty="0"/>
              <a:t> и </a:t>
            </a:r>
            <a:r>
              <a:rPr dirty="0" err="1"/>
              <a:t>эмодзи</a:t>
            </a:r>
            <a:r>
              <a:rPr dirty="0"/>
              <a:t>.</a:t>
            </a:r>
          </a:p>
          <a:p>
            <a:r>
              <a:rPr dirty="0"/>
              <a:t>Dynamic theming: </a:t>
            </a:r>
            <a:r>
              <a:rPr dirty="0" err="1"/>
              <a:t>смена</a:t>
            </a:r>
            <a:r>
              <a:rPr dirty="0"/>
              <a:t> </a:t>
            </a:r>
            <a:r>
              <a:rPr dirty="0" err="1"/>
              <a:t>цветовых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ThemeHelper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логики</a:t>
            </a:r>
            <a:r>
              <a:rPr dirty="0"/>
              <a:t> </a:t>
            </a:r>
            <a:r>
              <a:rPr dirty="0" err="1"/>
              <a:t>экранов</a:t>
            </a:r>
            <a:r>
              <a:rPr dirty="0"/>
              <a:t>.</a:t>
            </a:r>
          </a:p>
          <a:p>
            <a:r>
              <a:rPr dirty="0" err="1"/>
              <a:t>Учёт</a:t>
            </a:r>
            <a:r>
              <a:rPr dirty="0"/>
              <a:t> </a:t>
            </a:r>
            <a:r>
              <a:rPr dirty="0" err="1"/>
              <a:t>эмоций</a:t>
            </a:r>
            <a:r>
              <a:rPr dirty="0"/>
              <a:t>: 5 </a:t>
            </a:r>
            <a:r>
              <a:rPr dirty="0" err="1"/>
              <a:t>уровней</a:t>
            </a:r>
            <a:r>
              <a:rPr dirty="0"/>
              <a:t> </a:t>
            </a:r>
            <a:r>
              <a:rPr dirty="0" err="1"/>
              <a:t>настроения</a:t>
            </a:r>
            <a:r>
              <a:rPr dirty="0"/>
              <a:t>, </a:t>
            </a:r>
            <a:r>
              <a:rPr dirty="0" err="1"/>
              <a:t>анализ</a:t>
            </a:r>
            <a:r>
              <a:rPr dirty="0"/>
              <a:t> в </a:t>
            </a:r>
            <a:r>
              <a:rPr dirty="0" err="1"/>
              <a:t>статистике</a:t>
            </a:r>
            <a:r>
              <a:rPr dirty="0"/>
              <a:t>.</a:t>
            </a:r>
          </a:p>
          <a:p>
            <a:r>
              <a:rPr dirty="0" err="1"/>
              <a:t>Календарь</a:t>
            </a:r>
            <a:r>
              <a:rPr dirty="0"/>
              <a:t> с </a:t>
            </a:r>
            <a:r>
              <a:rPr dirty="0" err="1"/>
              <a:t>расчётом</a:t>
            </a:r>
            <a:r>
              <a:rPr dirty="0"/>
              <a:t> streak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последовательным</a:t>
            </a:r>
            <a:r>
              <a:rPr dirty="0"/>
              <a:t> </a:t>
            </a:r>
            <a:r>
              <a:rPr dirty="0" err="1"/>
              <a:t>дням</a:t>
            </a:r>
            <a:r>
              <a:rPr dirty="0"/>
              <a:t> с </a:t>
            </a:r>
            <a:r>
              <a:rPr dirty="0" err="1"/>
              <a:t>тренировками</a:t>
            </a:r>
            <a:r>
              <a:rPr dirty="0"/>
              <a:t>.</a:t>
            </a:r>
          </a:p>
          <a:p>
            <a:r>
              <a:rPr dirty="0" err="1"/>
              <a:t>Гибридное</a:t>
            </a:r>
            <a:r>
              <a:rPr dirty="0"/>
              <a:t> </a:t>
            </a:r>
            <a:r>
              <a:rPr dirty="0" err="1"/>
              <a:t>хранение</a:t>
            </a:r>
            <a:r>
              <a:rPr dirty="0"/>
              <a:t>: </a:t>
            </a:r>
            <a:r>
              <a:rPr dirty="0" err="1"/>
              <a:t>Firestore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истории</a:t>
            </a:r>
            <a:r>
              <a:rPr dirty="0"/>
              <a:t>, </a:t>
            </a:r>
            <a:r>
              <a:rPr dirty="0" err="1"/>
              <a:t>SharedPreferences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быстрого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013" y="115409"/>
            <a:ext cx="8000749" cy="1280890"/>
          </a:xfrm>
        </p:spPr>
        <p:txBody>
          <a:bodyPr/>
          <a:lstStyle/>
          <a:p>
            <a:r>
              <a:rPr lang="ru-RU" dirty="0"/>
              <a:t>Скриншоты (сценарий демо)</a:t>
            </a:r>
            <a:endParaRPr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E03226D-F75E-AD59-C6BB-0CF648F3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8557"/>
            <a:ext cx="2289036" cy="4842665"/>
          </a:xfrm>
          <a:prstGeom prst="rect">
            <a:avLst/>
          </a:prstGeom>
        </p:spPr>
      </p:pic>
      <p:pic>
        <p:nvPicPr>
          <p:cNvPr id="11" name="Объект 10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91F3F1-86F3-3523-C062-C7C351604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43131" y="1068557"/>
            <a:ext cx="2205169" cy="48426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7C49A4-3AEC-D43E-93A3-FB8AA0C1B1A3}"/>
              </a:ext>
            </a:extLst>
          </p:cNvPr>
          <p:cNvSpPr txBox="1"/>
          <p:nvPr/>
        </p:nvSpPr>
        <p:spPr>
          <a:xfrm>
            <a:off x="609600" y="603992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Окно авторизации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893824-7BA2-3771-D78E-92E1D357E234}"/>
              </a:ext>
            </a:extLst>
          </p:cNvPr>
          <p:cNvSpPr txBox="1"/>
          <p:nvPr/>
        </p:nvSpPr>
        <p:spPr>
          <a:xfrm>
            <a:off x="3390900" y="60600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Главное окно </a:t>
            </a:r>
          </a:p>
        </p:txBody>
      </p:sp>
      <p:pic>
        <p:nvPicPr>
          <p:cNvPr id="14" name="Рисунок 1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C8D830-1075-6E72-AB20-FCCCF5BB9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713" y="1068557"/>
            <a:ext cx="2205169" cy="48426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D57DA76-F170-DC23-A0F9-2406B430BCAE}"/>
              </a:ext>
            </a:extLst>
          </p:cNvPr>
          <p:cNvSpPr txBox="1"/>
          <p:nvPr/>
        </p:nvSpPr>
        <p:spPr>
          <a:xfrm>
            <a:off x="5676900" y="603146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Календарь тренировок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 и планы развития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Реализован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: </a:t>
            </a:r>
            <a:r>
              <a:rPr dirty="0" err="1"/>
              <a:t>логирование</a:t>
            </a:r>
            <a:r>
              <a:rPr dirty="0"/>
              <a:t> → </a:t>
            </a:r>
            <a:r>
              <a:rPr dirty="0" err="1"/>
              <a:t>история</a:t>
            </a:r>
            <a:r>
              <a:rPr dirty="0"/>
              <a:t> → </a:t>
            </a:r>
            <a:r>
              <a:rPr dirty="0" err="1"/>
              <a:t>календарь</a:t>
            </a:r>
            <a:r>
              <a:rPr dirty="0"/>
              <a:t> → </a:t>
            </a:r>
            <a:r>
              <a:rPr dirty="0" err="1"/>
              <a:t>статистика</a:t>
            </a:r>
            <a:r>
              <a:rPr dirty="0"/>
              <a:t> → </a:t>
            </a:r>
            <a:r>
              <a:rPr dirty="0" err="1"/>
              <a:t>награды</a:t>
            </a:r>
            <a:r>
              <a:rPr dirty="0"/>
              <a:t>.</a:t>
            </a:r>
          </a:p>
          <a:p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мотивирует</a:t>
            </a:r>
            <a:r>
              <a:rPr dirty="0"/>
              <a:t> </a:t>
            </a:r>
            <a:r>
              <a:rPr dirty="0" err="1"/>
              <a:t>тренироваться</a:t>
            </a:r>
            <a:r>
              <a:rPr dirty="0"/>
              <a:t>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счёт</a:t>
            </a:r>
            <a:r>
              <a:rPr dirty="0"/>
              <a:t> </a:t>
            </a:r>
            <a:r>
              <a:rPr dirty="0" err="1"/>
              <a:t>визуального</a:t>
            </a:r>
            <a:r>
              <a:rPr dirty="0"/>
              <a:t> </a:t>
            </a:r>
            <a:r>
              <a:rPr dirty="0" err="1"/>
              <a:t>прогресса</a:t>
            </a:r>
            <a:r>
              <a:rPr dirty="0"/>
              <a:t> и </a:t>
            </a:r>
            <a:r>
              <a:rPr dirty="0" err="1"/>
              <a:t>геймификации</a:t>
            </a:r>
            <a:r>
              <a:rPr dirty="0"/>
              <a:t>.</a:t>
            </a:r>
          </a:p>
          <a:p>
            <a:r>
              <a:rPr dirty="0" err="1"/>
              <a:t>Планы</a:t>
            </a:r>
            <a:r>
              <a:rPr dirty="0"/>
              <a:t>: </a:t>
            </a:r>
            <a:r>
              <a:rPr dirty="0" err="1"/>
              <a:t>напоминания</a:t>
            </a:r>
            <a:r>
              <a:rPr dirty="0"/>
              <a:t>, </a:t>
            </a:r>
            <a:r>
              <a:rPr dirty="0" err="1"/>
              <a:t>социальные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, GPS‑</a:t>
            </a:r>
            <a:r>
              <a:rPr dirty="0" err="1"/>
              <a:t>трекер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</TotalTime>
  <Words>385</Words>
  <Application>Microsoft Office PowerPoint</Application>
  <PresentationFormat>Экран 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Легкий дым</vt:lpstr>
      <vt:lpstr>MakeSports</vt:lpstr>
      <vt:lpstr>Проблема и мотивация</vt:lpstr>
      <vt:lpstr>Идея и ценность продукта</vt:lpstr>
      <vt:lpstr>Основной функционал</vt:lpstr>
      <vt:lpstr>Архитектура приложения</vt:lpstr>
      <vt:lpstr>Технологический стек</vt:lpstr>
      <vt:lpstr>Интересные технические решения</vt:lpstr>
      <vt:lpstr>Скриншоты (сценарий демо)</vt:lpstr>
      <vt:lpstr>Выводы и планы развития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Алексей Стукалов</dc:creator>
  <cp:keywords/>
  <dc:description>generated using python-pptx</dc:description>
  <cp:lastModifiedBy>Алексей Стукалов</cp:lastModifiedBy>
  <cp:revision>3</cp:revision>
  <dcterms:created xsi:type="dcterms:W3CDTF">2013-01-27T09:14:16Z</dcterms:created>
  <dcterms:modified xsi:type="dcterms:W3CDTF">2026-02-16T00:38:09Z</dcterms:modified>
  <cp:category/>
</cp:coreProperties>
</file>